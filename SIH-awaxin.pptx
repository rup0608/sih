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4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C7C61-27E6-44DC-BE1E-DF608E5A6884}" v="533" dt="2026-08-20T18:19:05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8/21/2026</a:t>
            </a:fld>
            <a:endParaRPr lang="en-US"/>
          </a:p>
        </p:txBody>
      </p:sp>
      <p:sp>
        <p:nvSpPr>
          <p:cNvPr id="104870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7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76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8/21/2026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8/21/2026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8/21/2026</a:t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8/21/2026</a:t>
            </a:fld>
            <a:endParaRPr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8/21/2026</a:t>
            </a:fld>
            <a:endParaRPr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8/21/2026</a:t>
            </a:fld>
            <a:endParaRPr lang="en-US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8/21/2026</a:t>
            </a:fld>
            <a:endParaRPr lang="en-US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8/21/2026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6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8/21/2026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8/21/2026</a:t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8/21/2026</a:t>
            </a:fld>
            <a:endParaRPr lang="en-US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8/21/2026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D:\sih\Awaxin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858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1048588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48590" name="TextBox 9"/>
          <p:cNvSpPr txBox="1"/>
          <p:nvPr/>
        </p:nvSpPr>
        <p:spPr>
          <a:xfrm>
            <a:off x="357772" y="1536308"/>
            <a:ext cx="5924550" cy="4732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spc="-150" dirty="0">
                <a:latin typeface="Arial" panose="020B0604020202020204" pitchFamily="34" charset="0"/>
                <a:cs typeface="Arial" panose="020B0604020202020204" pitchFamily="34" charset="0"/>
              </a:rPr>
              <a:t> Personalized Age and Lifestyle Triggered Immunization Engine for Teenagers and Adults.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MedTech/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HealthTech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NxtBitz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153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329773" y="-187479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Awaxin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048598" name="TextBox 8"/>
          <p:cNvSpPr txBox="1">
            <a:spLocks noChangeArrowheads="1"/>
          </p:cNvSpPr>
          <p:nvPr/>
        </p:nvSpPr>
        <p:spPr bwMode="auto">
          <a:xfrm>
            <a:off x="154200" y="1059580"/>
            <a:ext cx="12191999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itchFamily="34" charset="0"/>
                <a:cs typeface="Arial" pitchFamily="34" charset="0"/>
              </a:rPr>
              <a:t>Awaxin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: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Awarness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app, takes into account your age , lifestyle , dietary restrictions , personal activities ,etc. and triggers user-tailored alerts for non-routine vaccines.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Urgency badges , highlighting priority of each recommended vaccines.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Additionally , alerts user of preventive vaccines to be taken before travelling to certain countries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All vaccines to be taken are verified by a doctor , using an in-app consultation.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All vaccines taken will be tracked, including multi-dose vaccination.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This helps make users aware of non-routine but recommended vaccines.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The target audience is adults and teenagers who often are not aware of adult immunizations.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This makes users aware while not bombarding them with loads of information , but rather focuses on an individual and gives them only the relevant information.</a:t>
            </a: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6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48601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NxtBitz</a:t>
            </a:r>
            <a:endParaRPr lang="en-IN" dirty="0"/>
          </a:p>
        </p:txBody>
      </p:sp>
      <p:pic>
        <p:nvPicPr>
          <p:cNvPr id="2097154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048607" name="TextBox 8"/>
          <p:cNvSpPr txBox="1">
            <a:spLocks noChangeArrowheads="1"/>
          </p:cNvSpPr>
          <p:nvPr/>
        </p:nvSpPr>
        <p:spPr bwMode="auto">
          <a:xfrm>
            <a:off x="329773" y="1339688"/>
            <a:ext cx="11598728" cy="495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>
                <a:latin typeface="Arial" pitchFamily="34" charset="0"/>
                <a:cs typeface="Arial" pitchFamily="34" charset="0"/>
              </a:rPr>
              <a:t>TechStack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 Frontend: Flutter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Backend Logic Engine: Python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Data Integration: REST APIs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Local Database: SQLite</a:t>
            </a:r>
          </a:p>
          <a:p>
            <a:pPr algn="just"/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400" b="1" dirty="0">
                <a:latin typeface="Arial" pitchFamily="34" charset="0"/>
                <a:cs typeface="Arial" pitchFamily="34" charset="0"/>
              </a:rPr>
              <a:t>Methodology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Weeks 1-2: Build cross-platform Flutter user interface screens.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Weeks 3-4: Integrate Python logic engine and REST APIs.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Week 5: Configure local secure SQLite offline database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Week 6: Perform edge-case simulation testing and optimization.</a:t>
            </a:r>
          </a:p>
          <a:p>
            <a:pPr algn="just"/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800" dirty="0">
                <a:latin typeface="Arial" pitchFamily="34" charset="0"/>
                <a:cs typeface="Arial" pitchFamily="34" charset="0"/>
              </a:rPr>
              <a:t>Working Prototype Demo: </a:t>
            </a: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4860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48610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NxtBitz</a:t>
            </a:r>
            <a:endParaRPr lang="en-IN" dirty="0"/>
          </a:p>
        </p:txBody>
      </p:sp>
      <p:pic>
        <p:nvPicPr>
          <p:cNvPr id="2097155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Isosceles Triangle 1">
            <a:hlinkClick r:id="rId4" action="ppaction://hlinkfile"/>
            <a:extLst>
              <a:ext uri="{FF2B5EF4-FFF2-40B4-BE49-F238E27FC236}">
                <a16:creationId xmlns:a16="http://schemas.microsoft.com/office/drawing/2014/main" id="{86A0FA5F-32CF-569A-95F7-019E082FA1F2}"/>
              </a:ext>
            </a:extLst>
          </p:cNvPr>
          <p:cNvSpPr/>
          <p:nvPr/>
        </p:nvSpPr>
        <p:spPr>
          <a:xfrm rot="5247934">
            <a:off x="4656330" y="5767725"/>
            <a:ext cx="442452" cy="439574"/>
          </a:xfrm>
          <a:prstGeom prst="triangl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40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048616" name="TextBox 8"/>
          <p:cNvSpPr txBox="1">
            <a:spLocks noChangeArrowheads="1"/>
          </p:cNvSpPr>
          <p:nvPr/>
        </p:nvSpPr>
        <p:spPr bwMode="auto">
          <a:xfrm>
            <a:off x="609599" y="1144500"/>
            <a:ext cx="11228439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Feasibility &amp; Viability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Technical Feasibility: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Lightweight, open-source tech (Flutter + SQLite) runs smoothly on smartphones.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Zero-Cost Scaling: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On-device processing keeps server costs near zero.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Market Viability: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Addresses a major information gap with little market saturation.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Unbiased Trust: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Non-commercial design promotes user trust. 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Challenges &amp; Risk Mitigation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Outdated Medical Guidelines: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Wi-Fi-based JSON updates keep rules and alerts current.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Poor Card Scans: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Dual verification allows manual batch-number entry with photo backup.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Data Privacy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Local-only storage keeps personal health data securely on-device.</a:t>
            </a:r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1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19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NxtBitz</a:t>
            </a:r>
            <a:endParaRPr lang="en-IN" dirty="0"/>
          </a:p>
        </p:txBody>
      </p:sp>
      <p:pic>
        <p:nvPicPr>
          <p:cNvPr id="209715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048625" name="TextBox 8"/>
          <p:cNvSpPr txBox="1">
            <a:spLocks noChangeArrowheads="1"/>
          </p:cNvSpPr>
          <p:nvPr/>
        </p:nvSpPr>
        <p:spPr bwMode="auto">
          <a:xfrm>
            <a:off x="609599" y="1059580"/>
            <a:ext cx="109728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Potential impact on the target audience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Prevention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: Promotes disease prevention rather than reactive treatment.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Clear Information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: Reduces information overload by providing simple, relevant, and verified health guidance.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Travel Ready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: Helps users understand health risks and vaccination requirements for their destination.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Data Privacy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: Keeps personal health information stored securely on the user’s device.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Multi-dimensional Benefits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Social Impact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Improves awareness of preventable diseases and recommended vaccinations.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Supports better health preparedness in high-risk communities. 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Economic Impact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On-device processing minimizes infrastructure and server costs.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2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28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NxtBitz</a:t>
            </a:r>
            <a:endParaRPr lang="en-IN" dirty="0"/>
          </a:p>
        </p:txBody>
      </p:sp>
      <p:pic>
        <p:nvPicPr>
          <p:cNvPr id="2097157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048634" name="TextBox 8"/>
          <p:cNvSpPr txBox="1">
            <a:spLocks noChangeArrowheads="1"/>
          </p:cNvSpPr>
          <p:nvPr/>
        </p:nvSpPr>
        <p:spPr bwMode="auto">
          <a:xfrm>
            <a:off x="609600" y="1427644"/>
            <a:ext cx="10668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noProof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Alici</a:t>
            </a:r>
            <a:r>
              <a:rPr lang="en-US" sz="2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400" noProof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Devrim</a:t>
            </a:r>
            <a:r>
              <a:rPr lang="en-US" sz="2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noProof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Emel</a:t>
            </a:r>
            <a:r>
              <a:rPr lang="en-US" sz="2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et al. “Barriers to adult immunization and solutions: Personalized approaches.” Human vaccines &amp; </a:t>
            </a:r>
            <a:r>
              <a:rPr lang="en-US" sz="2400" noProof="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immunotherapeutics</a:t>
            </a:r>
            <a:r>
              <a:rPr lang="en-US" sz="2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vol. 13,1 (2017): 213-215. doi:10.1080/21645515.2016.1234556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sz="2400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Adult Immunization Gap in India’s Elderly Population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sz="24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Who recommendations for routine immunization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3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37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NxtBitz</a:t>
            </a:r>
            <a:endParaRPr lang="en-IN" dirty="0"/>
          </a:p>
        </p:txBody>
      </p:sp>
      <p:pic>
        <p:nvPicPr>
          <p:cNvPr id="2097158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528</Words>
  <Application>Microsoft Office PowerPoint</Application>
  <PresentationFormat>Widescreen</PresentationFormat>
  <Paragraphs>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Awaxin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Ruth Pires</cp:lastModifiedBy>
  <cp:revision>4</cp:revision>
  <dcterms:created xsi:type="dcterms:W3CDTF">2013-12-12T07:46:50Z</dcterms:created>
  <dcterms:modified xsi:type="dcterms:W3CDTF">2026-08-20T18:52:56Z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e544fbba38e84d699f96ab2665755c48</vt:lpwstr>
  </property>
</Properties>
</file>